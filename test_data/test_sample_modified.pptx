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2743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800080"/>
                </a:solidFill>
              </a:rPr>
              <a:t>일반 텍스트 상자 (빨간색)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2286000"/>
            <a:ext cx="2743200" cy="9144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>
                <a:solidFill>
                  <a:srgbClr val="0000FF"/>
                </a:solidFill>
              </a:rPr>
              <a:t>도형 내부 텍스트 (파란색)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3657600"/>
          <a:ext cx="3657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</a:tblGrid>
              <a:tr h="685800">
                <a:tc>
                  <a:txBody>
                    <a:bodyPr/>
                    <a:lstStyle/>
                    <a:p>
                      <a:r>
                        <a:rPr>
                          <a:solidFill>
                            <a:srgbClr val="00FF00"/>
                          </a:solidFill>
                        </a:rPr>
                        <a:t>표 텍스트 (초록색)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5486400"/>
            <a:ext cx="2743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>
                <a:solidFill>
                  <a:schemeClr val="accent1"/>
                </a:solidFill>
              </a:rPr>
              <a:t>테마 색상 텍스트 (ACCENT_1)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