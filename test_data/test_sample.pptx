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0000"/>
                </a:solidFill>
              </a:rPr>
              <a:t>일반 텍스트 상자 (빨간색)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0000FF"/>
                </a:solidFill>
              </a:rPr>
              <a:t>도형 내부 텍스트 (파란색)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FF00"/>
                          </a:solidFill>
                        </a:rPr>
                        <a:t>표 텍스트 (초록색)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accent1"/>
                </a:solidFill>
              </a:rPr>
              <a:t>테마 색상 텍스트 (ACCENT_1)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